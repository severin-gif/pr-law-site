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84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761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66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430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27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62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92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95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7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136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96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69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F4B53-B946-4DAF-A113-B13D19CA8B2A}" type="datetimeFigureOut">
              <a:rPr lang="ru-RU" smtClean="0"/>
              <a:t>24.02.2016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4C87-E420-41C0-B576-86BBA2F9C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46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Судебное портфолио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Миронов Вячеслав Владимирович </a:t>
            </a:r>
          </a:p>
          <a:p>
            <a:pPr algn="just"/>
            <a:r>
              <a:rPr lang="ru-RU" sz="2200" i="1" dirty="0" smtClean="0"/>
              <a:t>*в презентации приведены первый и последние листы судебных решений, более подробная информация по запросу.</a:t>
            </a:r>
            <a:endParaRPr lang="ru-RU" sz="2200" i="1" dirty="0"/>
          </a:p>
        </p:txBody>
      </p:sp>
    </p:spTree>
    <p:extLst>
      <p:ext uri="{BB962C8B-B14F-4D97-AF65-F5344CB8AC3E}">
        <p14:creationId xmlns:p14="http://schemas.microsoft.com/office/powerpoint/2010/main" val="169479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2400" dirty="0" smtClean="0"/>
              <a:t>Требование о возмещении вреда к Минобороны, </a:t>
            </a:r>
            <a:r>
              <a:rPr lang="ru-RU" sz="2400" dirty="0" smtClean="0"/>
              <a:t>как к представителю </a:t>
            </a:r>
            <a:r>
              <a:rPr lang="ru-RU" sz="2400" dirty="0" smtClean="0"/>
              <a:t>ответчика по искам к Российской Федерации.</a:t>
            </a:r>
            <a:endParaRPr lang="ru-R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4464497" cy="4534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5" y="4005064"/>
            <a:ext cx="4104456" cy="2233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234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2400" dirty="0" smtClean="0"/>
              <a:t>Представление интересов вкладчиков финансовой пирамиды МММ-2011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H:\Судебное решение МММ-2011\1.jpe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3" t="5954" r="3139" b="32168"/>
          <a:stretch/>
        </p:blipFill>
        <p:spPr bwMode="auto">
          <a:xfrm>
            <a:off x="422188" y="1628800"/>
            <a:ext cx="4296792" cy="424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H:\Судебное решение МММ-2011\4.jpe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68" r="4043" b="3149"/>
          <a:stretch/>
        </p:blipFill>
        <p:spPr bwMode="auto">
          <a:xfrm rot="10800000">
            <a:off x="4583884" y="2204864"/>
            <a:ext cx="4057939" cy="374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72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2400" dirty="0" smtClean="0"/>
              <a:t>Возмещение ущерба по договору хранения </a:t>
            </a:r>
            <a:br>
              <a:rPr lang="ru-RU" sz="2400" dirty="0" smtClean="0"/>
            </a:br>
            <a:r>
              <a:rPr lang="ru-RU" sz="2400" dirty="0" smtClean="0"/>
              <a:t>(угон с охраняемой автостоянки)</a:t>
            </a:r>
            <a:endParaRPr lang="ru-RU" sz="24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2" t="5204" r="4250" b="20455"/>
          <a:stretch/>
        </p:blipFill>
        <p:spPr bwMode="auto">
          <a:xfrm>
            <a:off x="539552" y="1628800"/>
            <a:ext cx="3734156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484782"/>
            <a:ext cx="3816424" cy="4770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0797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400" dirty="0" smtClean="0"/>
              <a:t>Взыскание агентского вознаграждения, при отсутствии письменных доказательств подтверждающих оказание услуг при заключении сделки.</a:t>
            </a:r>
            <a:endParaRPr lang="ru-RU" sz="24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4" t="4636" r="4637" b="2388"/>
          <a:stretch/>
        </p:blipFill>
        <p:spPr bwMode="auto">
          <a:xfrm>
            <a:off x="660815" y="1484784"/>
            <a:ext cx="2908008" cy="448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298" y="1556792"/>
            <a:ext cx="3338556" cy="475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623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2400" dirty="0" smtClean="0"/>
              <a:t>О взыскании суммы по оплате выполненных работ по </a:t>
            </a:r>
            <a:br>
              <a:rPr lang="ru-RU" sz="2400" dirty="0" smtClean="0"/>
            </a:br>
            <a:r>
              <a:rPr lang="ru-RU" sz="2400" dirty="0" smtClean="0"/>
              <a:t>государственному контракту</a:t>
            </a:r>
            <a:endParaRPr lang="ru-RU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0" t="5596" r="5203" b="2606"/>
          <a:stretch/>
        </p:blipFill>
        <p:spPr bwMode="auto">
          <a:xfrm>
            <a:off x="683568" y="1455567"/>
            <a:ext cx="2956277" cy="45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591" y="1556792"/>
            <a:ext cx="3459610" cy="480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6284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2400" dirty="0" smtClean="0"/>
              <a:t>Уменьшение </a:t>
            </a:r>
            <a:r>
              <a:rPr lang="ru-RU" sz="2400" dirty="0" smtClean="0"/>
              <a:t>в 12 раз установленной </a:t>
            </a:r>
            <a:r>
              <a:rPr lang="ru-RU" sz="2400" dirty="0" smtClean="0"/>
              <a:t>государственным контрактом и законом </a:t>
            </a:r>
            <a:r>
              <a:rPr lang="ru-RU" sz="2400" dirty="0" smtClean="0"/>
              <a:t>неустойки.</a:t>
            </a:r>
            <a:endParaRPr lang="ru-RU" sz="24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6" t="4811" r="3212" b="5745"/>
          <a:stretch/>
        </p:blipFill>
        <p:spPr bwMode="auto">
          <a:xfrm>
            <a:off x="477419" y="1484784"/>
            <a:ext cx="3162427" cy="440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7" y="1484784"/>
            <a:ext cx="3558016" cy="4725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22338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84</Words>
  <Application>Microsoft Office PowerPoint</Application>
  <PresentationFormat>Экран (4:3)</PresentationFormat>
  <Paragraphs>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Судебное портфолио</vt:lpstr>
      <vt:lpstr>Требование о возмещении вреда к Минобороны, как к представителю ответчика по искам к Российской Федерации.</vt:lpstr>
      <vt:lpstr>Представление интересов вкладчиков финансовой пирамиды МММ-2011</vt:lpstr>
      <vt:lpstr>Возмещение ущерба по договору хранения  (угон с охраняемой автостоянки)</vt:lpstr>
      <vt:lpstr>Взыскание агентского вознаграждения, при отсутствии письменных доказательств подтверждающих оказание услуг при заключении сделки.</vt:lpstr>
      <vt:lpstr>О взыскании суммы по оплате выполненных работ по  государственному контракту</vt:lpstr>
      <vt:lpstr>Уменьшение в 12 раз установленной государственным контрактом и законом неустойки.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Судебное портфолио</dc:title>
  <dc:creator>Миронов Вячеслав Владимирович (Воронеж)</dc:creator>
  <cp:lastModifiedBy>Миронов Вячеслав Владимирович (Воронеж)</cp:lastModifiedBy>
  <cp:revision>8</cp:revision>
  <dcterms:created xsi:type="dcterms:W3CDTF">2016-02-24T06:36:00Z</dcterms:created>
  <dcterms:modified xsi:type="dcterms:W3CDTF">2016-02-24T09:15:27Z</dcterms:modified>
</cp:coreProperties>
</file>